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png" ContentType="image/png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58" r:id="rId14"/>
    <p:sldId id="259" r:id="rId15"/>
    <p:sldId id="260" r:id="rId16"/>
    <p:sldId id="270" r:id="rId19"/>
    <p:sldId id="261" r:id="rId17"/>
    <p:sldId id="262" r:id="rId18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8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9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 of CO-OP Project at Industry (Module-2) 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Attendance Management System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pc="-1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Navneet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No: 2210991966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Simar Virk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Chitkara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pc="-1" dirty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4" name="BodyShape"/>
          <p:cNvSpPr txBox="1"/>
          <p:nvPr/>
        </p:nvSpPr>
        <p:spPr>
          <a:xfrm>
            <a:off x="164008" y="10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2000" b="1" u="sng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attendance tracking in educational institutions relies on manual paper registers.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is time-consuming for instructors, prone to human errors, difficult to analyze over time, and risks data loss.</a:t>
            </a:r>
          </a:p>
          <a:p>
            <a:pPr>
              <a:lnSpc>
                <a:spcPct val="100000"/>
              </a:lnSpc>
            </a:pPr>
            <a:endParaRPr lang="en-US" sz="1600" dirty="0">
              <a:latin typeface="Times New Roman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2000" b="1" u="sng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Python system for attendance tracking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daily marking with Present / Absent status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detailed attendance reports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individual attendance percentages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 data across sessions via CSV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pc="-1" dirty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4" name="BodyShape"/>
          <p:cNvSpPr txBox="1"/>
          <p:nvPr/>
        </p:nvSpPr>
        <p:spPr>
          <a:xfrm>
            <a:off x="164008" y="10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2000" b="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followed a structured four-phase development methodology:</a:t>
            </a:r>
          </a:p>
          <a:p>
            <a:pPr>
              <a:lnSpc>
                <a:spcPct val="100000"/>
              </a:lnSpc>
            </a:pPr>
            <a:endParaRPr lang="en-US" sz="1600" dirty="0">
              <a:latin typeface="Times New Roman"/>
            </a:endParaRP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- Identified functional needs through interaction with users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- Modular design with separate functions for each feature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- Iterative Python coding with CSV-based data storage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- Manual testing with sample data and edge case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3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pc="-1" dirty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4" name="BodyShape"/>
          <p:cNvSpPr txBox="1"/>
          <p:nvPr/>
        </p:nvSpPr>
        <p:spPr>
          <a:xfrm>
            <a:off x="164008" y="10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3.10 - Core programming language with simple syntax and rich standard library.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Module - Built-in module for reading and writing CSV data files.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datetime Module - Auto-captures current date when attendance is marked.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Module - Checks file existence for initialization on first run.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 - Code editor used for development and debugging.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/ GitHub - Version control and repository hosting for 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pc="-1" dirty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4" name="BodyShape"/>
          <p:cNvSpPr txBox="1"/>
          <p:nvPr/>
        </p:nvSpPr>
        <p:spPr>
          <a:xfrm>
            <a:off x="164008" y="10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2000" b="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 implemented in the system:</a:t>
            </a:r>
          </a:p>
          <a:p>
            <a:pPr>
              <a:lnSpc>
                <a:spcPct val="100000"/>
              </a:lnSpc>
            </a:pPr>
            <a:endParaRPr lang="en-US" sz="1600" dirty="0">
              <a:latin typeface="Times New Roman"/>
            </a:endParaRP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initialize_files() - Creates CSV files with headers on first run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add_student() - Registers student with roll no, name, branch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mark_attendance() - Records daily Present/Absent with auto-date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view_attendance_report() - Displays all records in tabular format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calculate_attendance_percentage() - Computes attendance % per student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Findings</a:t>
            </a:r>
          </a:p>
        </p:txBody>
      </p:sp>
      <p:sp>
        <p:nvSpPr>
          <p:cNvPr id="3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pc="-1" dirty="0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4" name="BodyShape"/>
          <p:cNvSpPr txBox="1"/>
          <p:nvPr/>
        </p:nvSpPr>
        <p:spPr>
          <a:xfrm>
            <a:off x="164008" y="10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Functional Accuracy - All functions performed correctly during testing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under 1 second for all operations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100+ students in the attendance system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Data Loss Incidents during testing sessions</a:t>
            </a:r>
          </a:p>
          <a:p>
            <a:pPr>
              <a:lnSpc>
                <a:spcPct val="100000"/>
              </a:lnSpc>
            </a:pPr>
            <a:endParaRPr lang="en-US" sz="1600" dirty="0">
              <a:latin typeface="Times New Roman"/>
            </a:endParaRP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core functions worked correctly during testing with no data corruption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percentage matched manual calculations for all test cases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 roll numbers were handled gracefully with clear error messages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data persisted correctly across multiple application sessions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3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pc="-1" dirty="0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sp>
        <p:nvSpPr>
          <p:cNvPr id="4" name="BodyShape"/>
          <p:cNvSpPr txBox="1"/>
          <p:nvPr/>
        </p:nvSpPr>
        <p:spPr>
          <a:xfrm>
            <a:off x="164008" y="1000000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successfully digitizes attendance tracking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solution with no hardware needed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 of Python and file handling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best practices applied during CO-OP</a:t>
            </a:r>
          </a:p>
          <a:p>
            <a:pPr>
              <a:lnSpc>
                <a:spcPct val="100000"/>
              </a:lnSpc>
            </a:pPr>
            <a:endParaRPr lang="en-US" sz="1600" dirty="0">
              <a:latin typeface="Times New Roman"/>
            </a:endParaRP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 using Tkinter or PyQt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 with SQLite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system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email alerts for low attendance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Web-based version using Flask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US" sz="2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Attendance Management System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US" sz="1800" b="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Navneet  |  Roll No: 2210991966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US" sz="1600" b="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navneet1966.be22@chitkara.edu.in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US" sz="1600" b="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Chitkara University, Punjab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Screenshots</a:t>
            </a:r>
          </a:p>
        </p:txBody>
      </p:sp>
      <p:sp>
        <p:nvSpPr>
          <p:cNvPr id="3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pc="-1" dirty="0">
                <a:solidFill>
                  <a:srgbClr val="000000"/>
                </a:solidFill>
                <a:latin typeface="Calibri"/>
              </a:rPr>
              <a:t>5a</a:t>
            </a:r>
          </a:p>
        </p:txBody>
      </p:sp>
      <p:sp>
        <p:nvSpPr>
          <p:cNvPr id="10" name="Label1"/>
          <p:cNvSpPr txBox="1"/>
          <p:nvPr/>
        </p:nvSpPr>
        <p:spPr>
          <a:xfrm>
            <a:off x="152400" y="900000"/>
            <a:ext cx="2819400" cy="2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C0000"/>
                </a:solidFill>
                <a:latin typeface="Times New Roman"/>
                <a:cs typeface="Times New Roman"/>
              </a:rPr>
              <a:t>Fig 1: Main Menu</a:t>
            </a:r>
          </a:p>
        </p:txBody>
      </p:sp>
      <p:sp>
        <p:nvSpPr>
          <p:cNvPr id="11" name="Label2"/>
          <p:cNvSpPr txBox="1"/>
          <p:nvPr/>
        </p:nvSpPr>
        <p:spPr>
          <a:xfrm>
            <a:off x="3162000" y="900000"/>
            <a:ext cx="2819400" cy="2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C0000"/>
                </a:solidFill>
                <a:latin typeface="Times New Roman"/>
                <a:cs typeface="Times New Roman"/>
              </a:rPr>
              <a:t>Fig 2: Mark Attendance</a:t>
            </a:r>
          </a:p>
        </p:txBody>
      </p:sp>
      <p:sp>
        <p:nvSpPr>
          <p:cNvPr id="12" name="Label3"/>
          <p:cNvSpPr txBox="1"/>
          <p:nvPr/>
        </p:nvSpPr>
        <p:spPr>
          <a:xfrm>
            <a:off x="6172200" y="900000"/>
            <a:ext cx="2819400" cy="2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C0000"/>
                </a:solidFill>
                <a:latin typeface="Times New Roman"/>
                <a:cs typeface="Times New Roman"/>
              </a:rPr>
              <a:t>Fig 3: Attendance Report</a:t>
            </a:r>
          </a:p>
        </p:txBody>
      </p:sp>
      <p:pic>
        <p:nvPicPr>
          <p:cNvPr id="5" name="Screenshot1" descr="Main 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00000"/>
            <a:ext cx="2819400" cy="1980000"/>
          </a:xfrm>
          <a:prstGeom prst="rect">
            <a:avLst/>
          </a:prstGeom>
          <a:ln w="19050">
            <a:solidFill>
              <a:srgbClr val="CCCCCC"/>
            </a:solidFill>
          </a:ln>
        </p:spPr>
      </p:pic>
      <p:pic>
        <p:nvPicPr>
          <p:cNvPr id="6" name="Screenshot2" descr="Mark Attend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000" y="1200000"/>
            <a:ext cx="2819400" cy="1980000"/>
          </a:xfrm>
          <a:prstGeom prst="rect">
            <a:avLst/>
          </a:prstGeom>
          <a:ln w="19050">
            <a:solidFill>
              <a:srgbClr val="CCCCCC"/>
            </a:solidFill>
          </a:ln>
        </p:spPr>
      </p:pic>
      <p:pic>
        <p:nvPicPr>
          <p:cNvPr id="7" name="Screenshot3" descr="Attendance Repo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00000"/>
            <a:ext cx="2819400" cy="1980000"/>
          </a:xfrm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8" name="Caption"/>
          <p:cNvSpPr txBox="1"/>
          <p:nvPr/>
        </p:nvSpPr>
        <p:spPr>
          <a:xfrm>
            <a:off x="152400" y="3300000"/>
            <a:ext cx="8839200" cy="30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/>
              </a:rPr>
              <a:t>System Overview: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700" b="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/>
              </a:rPr>
              <a:t>Fig 1 shows the interactive main menu with 5 options: Add Student, Mark Attendance, View Report, Calculate %, and Exit.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700" b="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/>
              </a:rPr>
              <a:t>Fig 2 demonstrates marking attendance for 7 students with auto-captured date and Present/Absent status saved to CSV.</a:t>
            </a:r>
          </a:p>
          <a:p>
            <a:pPr marL="457200" indent="-317500" algn="l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●"/>
            </a:pPr>
            <a:r>
              <a:rPr lang="en-US" sz="1700" b="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/>
              </a:rPr>
              <a:t>Fig 3 displays the full attendance report with percentages — students below 75% are highlighted in red for easy identification.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34701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2300</cp:revision>
  <dcterms:created xsi:type="dcterms:W3CDTF">2010-04-09T07:36:15Z</dcterms:created>
  <dcterms:modified xsi:type="dcterms:W3CDTF">2026-04-28T05:25:30Z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